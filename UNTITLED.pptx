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711" autoAdjust="0"/>
    <p:restoredTop sz="94660"/>
  </p:normalViewPr>
  <p:slideViewPr>
    <p:cSldViewPr snapToGrid="0">
      <p:cViewPr varScale="1">
        <p:scale>
          <a:sx n="59" d="100"/>
          <a:sy n="59" d="100"/>
        </p:scale>
        <p:origin x="20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39AD4-7769-813A-0920-B762015612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677E3C-88AE-60D0-F8C3-1D70A82B1F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706708-6196-1915-FA9B-FBA824F82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02A58-9849-4726-8995-79F8A475A540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971B3-B2E0-670F-9E27-B0FC4309C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A2D278-796E-957E-E710-7F78BBC9D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7F6C-8B77-404B-BAED-D35D9BB556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088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8C961-5108-C652-9286-01D43C5A9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B934BE-DCFC-2F2F-420B-78637BACFD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80529A-4B5F-BB5E-F9E0-A5B78B8F4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02A58-9849-4726-8995-79F8A475A540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71DC5B-3658-59C5-0054-45308B3D3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0E5018-3D4F-2AA5-0E99-0F557066D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7F6C-8B77-404B-BAED-D35D9BB556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781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9B7F1-9F55-9111-AA96-A16FFB9B4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00E87-2A1A-822D-4934-CABE064D07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2C1E08-465D-8EE3-8DC3-82DB46C71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02A58-9849-4726-8995-79F8A475A540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0B1926-D307-DADE-B64D-DDC14BC1A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94BF-4C03-2553-0F47-BE3943D04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7F6C-8B77-404B-BAED-D35D9BB556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540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85820-E0B7-98F1-5323-67E6B53D9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EB29AA-3DED-DA3C-5127-D5EFEC9242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0D3EF9-4661-DF6C-21F6-2DCAE76097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7BE316-6F99-7A7E-D873-89996FA90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02A58-9849-4726-8995-79F8A475A540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789CCD-AD53-72F5-F4BA-0B8291737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4DF162-3BB9-C556-8212-4DC27CFC7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7F6C-8B77-404B-BAED-D35D9BB556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990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831B1-6322-D97A-640F-7997C6A4F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511D37-737F-2D36-A3D3-C3B75C8C69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96139C-D5D6-4863-2564-BA09440139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8D3A60-A776-F670-3070-233DDDEE3C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0E74F9-BEC9-1D3C-7B09-6416F87375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97FFB9-6935-3064-6BC9-6003B197D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02A58-9849-4726-8995-79F8A475A540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0040ED-89C7-CC51-5F21-168E0F9CC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9B732E-C002-AC44-CCF4-2BCD943FE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7F6C-8B77-404B-BAED-D35D9BB556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8349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C204E-6323-4C71-DC61-50D0EC261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AD69D1-C60E-05B8-E9FF-7BAE5AF0C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02A58-9849-4726-8995-79F8A475A540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F6552E-0C40-01E2-4143-0BDFB42D8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599549-5B33-03D5-4AF7-FCA3FD23D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7F6C-8B77-404B-BAED-D35D9BB556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062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1D3515-D41B-67B8-E58B-8424DC6F5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02A58-9849-4726-8995-79F8A475A540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F4993B-267C-8545-6C34-E86FD77C3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087305-612C-ACAB-CB1C-7DDD034DD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7F6C-8B77-404B-BAED-D35D9BB556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8061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F88DB-FB2B-8CF8-0893-27D1A9C42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0A16B9-04A4-5373-8BF1-088443C660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7D97D0-13D4-D0A3-60CF-96A2157687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960235-5BA7-AE49-93D4-1945450BD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02A58-9849-4726-8995-79F8A475A540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F08938-F329-80FB-1C05-D90F763C4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55F9EE-72BC-C513-F280-BBB787536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7F6C-8B77-404B-BAED-D35D9BB556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397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2C333-3EAB-DAD2-993D-A63A297FB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BFE7C3-F733-85BB-1506-354068D31A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10D56E-495E-CF82-4BD8-95BD5AD0CC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4B7BD9-5D29-2B63-646C-682AA9012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02A58-9849-4726-8995-79F8A475A540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D1C0DB-D11C-8E64-11B1-22E063779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E0B1D3-A806-6B72-1DD6-C92C299C2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7F6C-8B77-404B-BAED-D35D9BB556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8576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7BDFB-8C95-5E59-0159-FBA3FEA57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044379-124E-8B0A-0DE1-D621309FFE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7B5AE2-00D4-573B-4298-52BCFA06A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02A58-9849-4726-8995-79F8A475A540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6A0391-AFFC-6468-118A-1FCD4EE8E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86E72E-6CCA-8BE2-1744-83FF52366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7F6C-8B77-404B-BAED-D35D9BB556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996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C17FCF-E5E1-6370-9EA2-B8F35F2ECB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D433B9-829C-5B30-8B68-E3D17A9446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4905F6-CB67-1203-BEAD-76A495E4F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02A58-9849-4726-8995-79F8A475A540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C3934A-1636-A3B5-842D-A49F5B52E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F8C287-EB43-8770-A8DF-B740DCD61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7F6C-8B77-404B-BAED-D35D9BB556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693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1CAC70-F3EF-A52A-A60B-9438180B5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226E9D-31FA-7310-9AB5-EB03D0D2A5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4FA76E-4F6F-4E23-0370-F96A6B6441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E02A58-9849-4726-8995-79F8A475A540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B26A4E-0F8E-6966-740A-C970B5ACAB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1F6D54-C626-343C-D9CB-DD35ABF70D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7A7F6C-8B77-404B-BAED-D35D9BB556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2355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8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9DBF23-CAD9-ECE5-F18F-AF6B2C8235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865" y="818984"/>
            <a:ext cx="6596245" cy="3268520"/>
          </a:xfrm>
        </p:spPr>
        <p:txBody>
          <a:bodyPr>
            <a:normAutofit/>
          </a:bodyPr>
          <a:lstStyle/>
          <a:p>
            <a:pPr algn="r"/>
            <a:r>
              <a:rPr lang="en-US" sz="4800">
                <a:solidFill>
                  <a:srgbClr val="FFFFFF"/>
                </a:solidFill>
              </a:rPr>
              <a:t>Redesign of the Traffic Prosecution website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94E714-FF8F-8FD6-743D-16683E9812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1874" y="4797188"/>
            <a:ext cx="6051236" cy="1241828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rgbClr val="FFFFFF"/>
                </a:solidFill>
              </a:rPr>
              <a:t>HCI Project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4358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AAAE94E3-A7DB-4868-B1E3-E49703488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9" name="Rectangle 48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123821"/>
            <a:ext cx="4975066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AC2E77-C006-1A8C-BA52-AF34837EECAF}"/>
              </a:ext>
            </a:extLst>
          </p:cNvPr>
          <p:cNvSpPr txBox="1"/>
          <p:nvPr/>
        </p:nvSpPr>
        <p:spPr>
          <a:xfrm>
            <a:off x="590719" y="2330505"/>
            <a:ext cx="5278066" cy="39795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Problem</a:t>
            </a:r>
            <a:r>
              <a:rPr lang="en-US" sz="2000" dirty="0"/>
              <a:t>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The design is outdated and unsuitable the current era.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Additions</a:t>
            </a:r>
            <a:r>
              <a:rPr lang="en-US" sz="2000" dirty="0"/>
              <a:t>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*A clear and consistent main bar that appears when scrolling through the page, containing the search bar, site navigation information, and login functionality.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*Edit the icon for electronic and guidance services.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*In addition to the services offered by the website.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7447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4C8BF77-8AA6-0DA6-F11A-5BE04501B0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9686" y="337170"/>
            <a:ext cx="4845489" cy="2923587"/>
          </a:xfrm>
          <a:prstGeom prst="rect">
            <a:avLst/>
          </a:prstGeom>
        </p:spPr>
      </p:pic>
      <p:sp>
        <p:nvSpPr>
          <p:cNvPr id="55" name="Rectangle 54">
            <a:extLst>
              <a:ext uri="{FF2B5EF4-FFF2-40B4-BE49-F238E27FC236}">
                <a16:creationId xmlns:a16="http://schemas.microsoft.com/office/drawing/2014/main" id="{8CB5D2D7-DF65-4E86-BFBA-FFB9B5ACE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05479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D5CD36A-0AD3-F007-4535-1E16019F909E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9686" y="3538054"/>
            <a:ext cx="4845489" cy="2891011"/>
          </a:xfrm>
          <a:prstGeom prst="rect">
            <a:avLst/>
          </a:prstGeom>
        </p:spPr>
      </p:pic>
      <p:sp>
        <p:nvSpPr>
          <p:cNvPr id="9" name="AutoShape 2" descr="Logo">
            <a:extLst>
              <a:ext uri="{FF2B5EF4-FFF2-40B4-BE49-F238E27FC236}">
                <a16:creationId xmlns:a16="http://schemas.microsoft.com/office/drawing/2014/main" id="{E77953F3-2851-5DC6-74FC-64FBDA222FC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278087" y="1611087"/>
            <a:ext cx="3516084" cy="3516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AutoShape 4" descr="Logo">
            <a:extLst>
              <a:ext uri="{FF2B5EF4-FFF2-40B4-BE49-F238E27FC236}">
                <a16:creationId xmlns:a16="http://schemas.microsoft.com/office/drawing/2014/main" id="{7C8F8EEC-E64F-7191-4EF1-F87BD17C6D0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450772" y="59873"/>
            <a:ext cx="8425542" cy="6047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161B358-E06C-4A18-2AF2-376D3036E4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7439" y="356811"/>
            <a:ext cx="190652" cy="378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322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AAE94E3-A7DB-4868-B1E3-E49703488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123821"/>
            <a:ext cx="4975066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0DF59C-7044-522D-23B6-F3653375160E}"/>
              </a:ext>
            </a:extLst>
          </p:cNvPr>
          <p:cNvSpPr txBox="1"/>
          <p:nvPr/>
        </p:nvSpPr>
        <p:spPr>
          <a:xfrm>
            <a:off x="590719" y="2330505"/>
            <a:ext cx="5278066" cy="39795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Problems</a:t>
            </a:r>
            <a:r>
              <a:rPr lang="en-US" sz="2000" dirty="0"/>
              <a:t>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*Undefined icons and unclear.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*The “More” icon is unclear.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Additions</a:t>
            </a:r>
            <a:r>
              <a:rPr lang="en-US" sz="2000" dirty="0"/>
              <a:t>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*Clear and specific icons represent the services offered by the website.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*Clear display icon for more.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7447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1FD53C-B2D3-5C69-2662-458173968D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9687" y="356813"/>
            <a:ext cx="4845488" cy="289679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8CB5D2D7-DF65-4E86-BFBA-FFB9B5ACE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05479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E197457-0E3F-E92F-4B84-516A196DE7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9649" y="356178"/>
            <a:ext cx="250371" cy="34444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82F7868-BE4F-14D1-F84B-478592FD7B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9687" y="3505479"/>
            <a:ext cx="4845488" cy="2923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2028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6ECA6DCB-B7E1-40A9-9524-540C6DA40B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123821"/>
            <a:ext cx="4975066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150EBA-6193-4A94-AE5D-705D87FDE646}"/>
              </a:ext>
            </a:extLst>
          </p:cNvPr>
          <p:cNvSpPr txBox="1"/>
          <p:nvPr/>
        </p:nvSpPr>
        <p:spPr>
          <a:xfrm>
            <a:off x="590719" y="2330505"/>
            <a:ext cx="5278066" cy="39795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Problems</a:t>
            </a:r>
            <a:r>
              <a:rPr lang="en-US" sz="2000" dirty="0"/>
              <a:t>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*The icons for latest news, audio bulletin, contact us, and survey are undefined and unclear.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Additions</a:t>
            </a:r>
            <a:r>
              <a:rPr lang="en-US" sz="2000" dirty="0"/>
              <a:t>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*Explanation of the “latest News” icon and the addition of a “Read The full article” button.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*Explanation of the “Other Services” Icon.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*Explanation of the poll icon.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7447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CB5D2D7-DF65-4E86-BFBA-FFB9B5ACE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05479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9E8181C-98F0-614A-CFE7-031DB1807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9686" y="356812"/>
            <a:ext cx="4845488" cy="292358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1A7109C-8801-55F1-817C-69EF9B39C8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9686" y="3504843"/>
            <a:ext cx="4845488" cy="292358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FE77FF77-4803-4D16-2A7E-D52089375A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1058" y="1083484"/>
            <a:ext cx="1435857" cy="1067769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5AC7BF91-6480-2492-4254-E95A332281A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6193" y="428934"/>
            <a:ext cx="225988" cy="267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9893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6ECA6DCB-B7E1-40A9-9524-540C6DA40B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123821"/>
            <a:ext cx="4975066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9CF93F-5729-10EF-F00E-90083DA99225}"/>
              </a:ext>
            </a:extLst>
          </p:cNvPr>
          <p:cNvSpPr txBox="1"/>
          <p:nvPr/>
        </p:nvSpPr>
        <p:spPr>
          <a:xfrm>
            <a:off x="590719" y="2330505"/>
            <a:ext cx="5278066" cy="39795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Problems</a:t>
            </a:r>
            <a:r>
              <a:rPr lang="en-US" sz="2000" dirty="0"/>
              <a:t>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*Old and outdated design.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Additions</a:t>
            </a:r>
            <a:r>
              <a:rPr lang="en-US" sz="2000" dirty="0"/>
              <a:t>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includes a prominent 'Geographical Services' section featuring an interactive map, search filters for 'Governorate', 'Unit Type', and 'All', along with 'Delete Search Properties' and 'Interactive Map' buttons.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7447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CB5D2D7-DF65-4E86-BFBA-FFB9B5ACE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05479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D0F0608-3C95-5DAD-3808-89394C2CD5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9687" y="357447"/>
            <a:ext cx="4845488" cy="292358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A357EC5-9231-4560-C38B-09C3C43C98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9686" y="3504845"/>
            <a:ext cx="4845489" cy="292358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8C9978A-6AAE-F89D-0056-38071F70C2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9400" y="428934"/>
            <a:ext cx="250870" cy="296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29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ECA6DCB-B7E1-40A9-9524-540C6DA40B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123821"/>
            <a:ext cx="4975066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C0591B-C703-ED8D-502B-3966DAB6F0C3}"/>
              </a:ext>
            </a:extLst>
          </p:cNvPr>
          <p:cNvSpPr txBox="1"/>
          <p:nvPr/>
        </p:nvSpPr>
        <p:spPr>
          <a:xfrm>
            <a:off x="590719" y="2330505"/>
            <a:ext cx="5278066" cy="39795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Problems</a:t>
            </a:r>
            <a:r>
              <a:rPr lang="en-US" sz="2000" dirty="0"/>
              <a:t>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*Unorganized and random icons.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Additions</a:t>
            </a:r>
            <a:r>
              <a:rPr lang="en-US" sz="2000" dirty="0"/>
              <a:t>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*Arranging, sorting, and dividing icons into sections and updating icons.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7447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CB5D2D7-DF65-4E86-BFBA-FFB9B5ACE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05479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12D6E2-D6C9-05AA-2014-46257F48F9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57" r="19071" b="-1"/>
          <a:stretch>
            <a:fillRect/>
          </a:stretch>
        </p:blipFill>
        <p:spPr>
          <a:xfrm>
            <a:off x="6849687" y="3504843"/>
            <a:ext cx="4845488" cy="29235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A7EDE67-6EE7-50C8-6B9C-010B7CCECA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9686" y="357447"/>
            <a:ext cx="4845488" cy="2923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4065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7FCBF7-356A-AB0D-F013-2529FBB73F59}"/>
              </a:ext>
            </a:extLst>
          </p:cNvPr>
          <p:cNvSpPr txBox="1"/>
          <p:nvPr/>
        </p:nvSpPr>
        <p:spPr>
          <a:xfrm>
            <a:off x="1386865" y="818984"/>
            <a:ext cx="6596245" cy="32685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2241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243</Words>
  <Application>Microsoft Office PowerPoint</Application>
  <PresentationFormat>Widescreen</PresentationFormat>
  <Paragraphs>29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Redesign of the Traffic Prosecution website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Abdallah Mohamed</dc:creator>
  <cp:lastModifiedBy>Abdallah Mohamed</cp:lastModifiedBy>
  <cp:revision>1</cp:revision>
  <dcterms:created xsi:type="dcterms:W3CDTF">2025-12-19T16:01:12Z</dcterms:created>
  <dcterms:modified xsi:type="dcterms:W3CDTF">2025-12-19T18:25:05Z</dcterms:modified>
</cp:coreProperties>
</file>